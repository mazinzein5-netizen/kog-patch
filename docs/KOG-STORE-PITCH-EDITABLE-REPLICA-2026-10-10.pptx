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Kingdom Organics: Empowering Independent Grocers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Store Partner Pilot - Tralee &amp; Killarney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E-commerce Reality for Local Retail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Online ordering is essential, but the current model penalizes independent stores.</a:t>
            </a:r>
          </a:p>
          <a:p>
            <a:pPr/>
            <a:r>
              <a:t>Aggregators charge 20% to 30% commission per order.</a:t>
            </a:r>
          </a:p>
          <a:p>
            <a:pPr/>
            <a:r>
              <a:t>Listing fees - Fees to appear on platform marketplaces</a:t>
            </a:r>
          </a:p>
          <a:p>
            <a:pPr/>
            <a:r>
              <a:t>Advertising fees - Costs for premium placement and visibility</a:t>
            </a:r>
          </a:p>
          <a:p>
            <a:pPr/>
            <a:r>
              <a:t>No control over your own customers - Data ownership and direct access restricted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Extraction of Local Capital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Leaky Bucket</a:t>
            </a:r>
          </a:p>
          <a:p>
            <a:pPr/>
            <a:r>
              <a:t>A store doing €2,000 a week online</a:t>
            </a:r>
          </a:p>
          <a:p>
            <a:pPr/>
            <a:r>
              <a:t>Pays €500 a week away</a:t>
            </a:r>
          </a:p>
          <a:p>
            <a:pPr/>
            <a:r>
              <a:t>€26,000 a year lost</a:t>
            </a:r>
          </a:p>
          <a:p>
            <a:pPr/>
            <a:r>
              <a:t>Capital systematically leaving the Kerry economy, handed to a platform you do not own.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Kingdom Organics Paradigm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100% Customer Ownership - Your customers stay your customers</a:t>
            </a:r>
          </a:p>
          <a:p>
            <a:pPr/>
            <a:r>
              <a:t>5% Flat Platform Fee - Per delivered order</a:t>
            </a:r>
          </a:p>
          <a:p>
            <a:pPr/>
            <a:r>
              <a:t>No monthly fee</a:t>
            </a:r>
          </a:p>
          <a:p>
            <a:pPr/>
            <a:r>
              <a:t>No setup fee</a:t>
            </a:r>
          </a:p>
          <a:p>
            <a:pPr/>
            <a:r>
              <a:t>No lock-in clauses</a:t>
            </a:r>
          </a:p>
          <a:p>
            <a:pPr/>
            <a:r>
              <a:t>Flexible: Pickup at store, delivery ASAP, or booked for later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Extraction vs. The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Based on €2k/week sales</a:t>
            </a:r>
          </a:p>
          <a:p>
            <a:pPr/>
            <a:r>
              <a:t>Commission Rate: Aggregators 25% Average | Kingdom Organics 5% Flat</a:t>
            </a:r>
          </a:p>
          <a:p>
            <a:pPr/>
            <a:r>
              <a:t>Annual Platform Loss: €26,000 | €5,200</a:t>
            </a:r>
          </a:p>
          <a:p>
            <a:pPr/>
            <a:r>
              <a:t>Customer Control: Platform Owned | Store Owned</a:t>
            </a:r>
          </a:p>
          <a:p>
            <a:pPr/>
            <a:r>
              <a:t>Hidden Setup/Monthly Fees: High | Zero</a:t>
            </a:r>
          </a:p>
          <a:p>
            <a:pPr/>
            <a:r>
              <a:t>Baseline Annual Saving for an Average Store: €20,800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2026 Pilot Store Offer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Strictly limited to the first 3 stores per town (Tralee &amp; Killarney)</a:t>
            </a:r>
          </a:p>
          <a:p>
            <a:pPr/>
            <a:r>
              <a:t>PHASE 1: First 3 Months, 0% Commission</a:t>
            </a:r>
          </a:p>
          <a:p>
            <a:pPr/>
            <a:r>
              <a:t>PHASE 2: Next 12 Months, 3% Commission (Locked on signed contract)</a:t>
            </a:r>
          </a:p>
          <a:p>
            <a:pPr/>
            <a:r>
              <a:t>Cancel anytime, 30 days notice</a:t>
            </a:r>
          </a:p>
          <a:p>
            <a:pPr/>
            <a:r>
              <a:t>Pilot Store Annual Saving jumps to €22,880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Frictionless Technology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 technical work on your side</a:t>
            </a:r>
          </a:p>
          <a:p>
            <a:pPr/>
            <a:r>
              <a:t>Input - Send a photo of your stock list or a PDF</a:t>
            </a:r>
          </a:p>
          <a:p>
            <a:pPr/>
            <a:r>
              <a:t>AI Engine - We publish your full catalogue within 48 hours</a:t>
            </a:r>
          </a:p>
          <a:p>
            <a:pPr/>
            <a:r>
              <a:t>Live Store - Customers order in the app for pickup or delivery</a:t>
            </a:r>
          </a:p>
          <a:p>
            <a:pPr/>
            <a:r>
              <a:t>Fulfillment - You get paid directly; we handle the delivery dispatch</a:t>
            </a:r>
          </a:p>
          <a:p>
            <a:pPr/>
            <a:r>
              <a:t>Control - You see everything in your own digital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Growth Package (Included Free)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AI Inventory Onboarding - Photo/PDF to live listing - Value €300 FREE</a:t>
            </a:r>
          </a:p>
          <a:p>
            <a:pPr/>
            <a:r>
              <a:t>Bulk Reporting Dashboard - Orders, revenue, ratings - Value €49/month FREE</a:t>
            </a:r>
          </a:p>
          <a:p>
            <a:pPr/>
            <a:r>
              <a:t>Automated Invoicing &amp; Tax Summary - Complete backend tracking - Value €29/month FREE</a:t>
            </a:r>
          </a:p>
          <a:p>
            <a:pPr/>
            <a:r>
              <a:t>Priority App Placement - Boosted local visibility - Value €99/month FREE</a:t>
            </a:r>
          </a:p>
          <a:p>
            <a:pPr/>
            <a:r>
              <a:t>Total Tech Value provided at no cost in Year One: €2,424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Security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Streamlined Access - One Verification (KYC) covers your store across the multi-store platform</a:t>
            </a:r>
          </a:p>
          <a:p>
            <a:pPr/>
            <a:r>
              <a:t>Total Privacy - Fully GDPR compliant. We do not hold or exploit customer private data</a:t>
            </a:r>
          </a:p>
          <a:p>
            <a:pPr/>
            <a:r>
              <a:t>Local Law - Fully in line with Irish Data Protection Law</a:t>
            </a:r>
          </a:p>
          <a:p>
            <a:pPr/>
            <a:r>
              <a:t>Your records stay yours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Beyond the Store: The Kerry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Supports independent grocery, fresh meat, poultry, and local producers</a:t>
            </a:r>
          </a:p>
          <a:p>
            <a:pPr/>
            <a:r>
              <a:t>Creates sustainable, paid courier work in Tralee and Killarney</a:t>
            </a:r>
          </a:p>
          <a:p>
            <a:pPr/>
            <a:r>
              <a:t>Systematically keeps local spend inside the county</a:t>
            </a:r>
          </a:p>
          <a:p>
            <a:pPr/>
            <a:r>
              <a:t>Aligns directly with Kerry's rural enterprise and digital connectivity priorities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Alignment: LEADER Programme 2023-2027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Theme 1 (Economic Development): KOG drives Enterprise Development and Rural Food Production by keeping capital local</a:t>
            </a:r>
          </a:p>
          <a:p>
            <a:pPr/>
            <a:r>
              <a:t>Theme 2 (Rural Infrastructure): KOG delivers on Optimising Digital Connectivity for rural independent grocers</a:t>
            </a:r>
          </a:p>
          <a:p>
            <a:pPr/>
            <a:r>
              <a:t>Kingdom Organics</a:t>
            </a:r>
          </a:p>
          <a:p>
            <a:pPr/>
            <a:r>
              <a:t>Qualifies as Private Community Investment. Eligible for up to 75% aid (Maximum Funding: €200,000)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Structuring for Long-Term Rural Viability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Bottom-Up Delivery - Built specifically for the Tralee &amp; Killarney local action groups (LAGs)</a:t>
            </a:r>
          </a:p>
          <a:p>
            <a:pPr/>
            <a:r>
              <a:t>Matching Contributions - Scalable platform economics ensure robust private matching capability</a:t>
            </a:r>
          </a:p>
          <a:p>
            <a:pPr/>
            <a:r>
              <a:t>5-Year Mandate - Engineered to operate sustainably as a community partner for the mandated five years post-grant and beyond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Secure Your Store's Digital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We can set up your complete store profile this week</a:t>
            </a:r>
          </a:p>
          <a:p>
            <a:pPr/>
            <a:r>
              <a:t>Reminder: Pilot places are strictly limited to 3 stores per town (Tralee &amp; Killarney)</a:t>
            </a:r>
          </a:p>
          <a:p>
            <a:pPr/>
            <a:r>
              <a:t>Reach out to hello@kingdomorganics.ie to claim your spot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