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Kingdom Organics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Store Partner Pitch</a:t>
            </a:r>
          </a:p>
          <a:p>
            <a:pPr/>
            <a:r>
              <a:t>Tralee and Killarney |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Aggregators charge 20 to 30 percent commission per order</a:t>
            </a:r>
          </a:p>
          <a:p>
            <a:pPr/>
            <a:r>
              <a:t>A store doing EUR 2,000 a week online pays EUR 500 a week away</a:t>
            </a:r>
          </a:p>
          <a:p>
            <a:pPr/>
            <a:r>
              <a:t>That is EUR 26,000 a year lost to a platform you do not own</a:t>
            </a:r>
          </a:p>
          <a:p>
            <a:pPr/>
            <a:r>
              <a:t>Plus listing fees, ad fees, and no control over your own customers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Kingdom Organics Offer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You keep 100 percent of every sale</a:t>
            </a:r>
          </a:p>
          <a:p>
            <a:pPr/>
            <a:r>
              <a:t>Flat 5 percent platform fee per delivered order</a:t>
            </a:r>
          </a:p>
          <a:p>
            <a:pPr/>
            <a:r>
              <a:t>No monthly fee, no setup fee, no lock-in clause</a:t>
            </a:r>
          </a:p>
          <a:p>
            <a:pPr/>
            <a:r>
              <a:t>Your customers stay your customers</a:t>
            </a:r>
          </a:p>
          <a:p>
            <a:pPr/>
            <a:r>
              <a:t>Pickup at store, delivery ASAP, or booked for when suits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Savings In Numbers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EUR 2,000 weekly online sales</a:t>
            </a:r>
          </a:p>
          <a:p>
            <a:pPr/>
            <a:r>
              <a:t>Aggregator at 25 percent: EUR 26,000 a year</a:t>
            </a:r>
          </a:p>
          <a:p>
            <a:pPr/>
            <a:r>
              <a:t>Kingdom Organics at 5 percent: EUR 5,200 a year</a:t>
            </a:r>
          </a:p>
          <a:p>
            <a:pPr/>
            <a:r>
              <a:t>Annual saving: EUR 20,800</a:t>
            </a:r>
          </a:p>
          <a:p>
            <a:pPr/>
            <a:r>
              <a:t>Pilot stores lock 3 percent for 12 months: saving EUR 22,880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Pilot Terms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First 3 months at 0 percent commission</a:t>
            </a:r>
          </a:p>
          <a:p>
            <a:pPr/>
            <a:r>
              <a:t>Then 3 percent locked for 12 months on signed contract</a:t>
            </a:r>
          </a:p>
          <a:p>
            <a:pPr/>
            <a:r>
              <a:t>Cancel anytime, 30 days notice</a:t>
            </a:r>
          </a:p>
          <a:p>
            <a:pPr/>
            <a:r>
              <a:t>We onboard your stock for you, no technical work on your side</a:t>
            </a:r>
          </a:p>
          <a:p>
            <a:pPr/>
            <a:r>
              <a:t>Places limited to the first 3 stores per town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Growth Package Included Free For Pilot Stores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AI inventory onboarding: photo or PDF to live listing, value EUR 300</a:t>
            </a:r>
          </a:p>
          <a:p>
            <a:pPr/>
            <a:r>
              <a:t>Bulk reporting dashboard: orders, revenue, ratings, EUR 49 a month</a:t>
            </a:r>
          </a:p>
          <a:p>
            <a:pPr/>
            <a:r>
              <a:t>Automated invoicing and tax summary, EUR 29 a month</a:t>
            </a:r>
          </a:p>
          <a:p>
            <a:pPr/>
            <a:r>
              <a:t>Priority placement in the customer app, EUR 99 a month</a:t>
            </a:r>
          </a:p>
          <a:p>
            <a:pPr/>
            <a:r>
              <a:t>Total value EUR 2,424 in year one, at no cost to you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Step 1: send a photo of your stock list or a PDF</a:t>
            </a:r>
          </a:p>
          <a:p>
            <a:pPr/>
            <a:r>
              <a:t>Step 2: we publish your catalogue within 48 hours</a:t>
            </a:r>
          </a:p>
          <a:p>
            <a:pPr/>
            <a:r>
              <a:t>Step 3: customers order in the app, pickup or delivery</a:t>
            </a:r>
          </a:p>
          <a:p>
            <a:pPr/>
            <a:r>
              <a:t>Step 4: you get paid directly, we handle the delivery</a:t>
            </a:r>
          </a:p>
          <a:p>
            <a:pPr/>
            <a:r>
              <a:t>Step 5: you see everything in your own dashboard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One KYC, Multi Store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One verification covers your store on the platform</a:t>
            </a:r>
          </a:p>
          <a:p>
            <a:pPr/>
            <a:r>
              <a:t>GDPR compliant, we do not hold customer private data</a:t>
            </a:r>
          </a:p>
          <a:p>
            <a:pPr/>
            <a:r>
              <a:t>Fully in line with Irish data protection law</a:t>
            </a:r>
          </a:p>
          <a:p>
            <a:pPr/>
            <a:r>
              <a:t>Your records stay yours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Matters In Kerry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Supports independent grocery, fresh meat and poultry, and local producers</a:t>
            </a:r>
          </a:p>
          <a:p>
            <a:pPr/>
            <a:r>
              <a:t>Creates paid courier work in Tralee and Killarney</a:t>
            </a:r>
          </a:p>
          <a:p>
            <a:pPr/>
            <a:r>
              <a:t>Keeps local spend inside the county</a:t>
            </a:r>
          </a:p>
          <a:p>
            <a:pPr/>
            <a:r>
              <a:t>Aligns with rural enterprise and digital connectivity priorities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We can set up your store profile this week</a:t>
            </a:r>
          </a:p>
          <a:p>
            <a:pPr/>
            <a:r>
              <a:t>Pilot places limited to 3 stores per town</a:t>
            </a:r>
          </a:p>
          <a:p>
            <a:pPr/>
            <a:r>
              <a:t>Contact: hello@kingdomorganics.ie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