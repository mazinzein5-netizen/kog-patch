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Kingdom Organics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Courier Careers</a:t>
            </a:r>
          </a:p>
          <a:p>
            <a:pPr/>
            <a:r>
              <a:t>Drive With Us | Tralee and Killarney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Job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Deliver grocery, fresh meat, and restaurant orders locally</a:t>
            </a:r>
          </a:p>
          <a:p>
            <a:pPr/>
            <a:r>
              <a:t>Use your own car, van, or e-bike</a:t>
            </a:r>
          </a:p>
          <a:p>
            <a:pPr/>
            <a:r>
              <a:t>Log in when you want, no shifts, no minimum hours</a:t>
            </a:r>
          </a:p>
          <a:p>
            <a:pPr/>
            <a:r>
              <a:t>Cover Tralee or Killarney, your choice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EUR 6 per drop in town, up to 5 km</a:t>
            </a:r>
          </a:p>
          <a:p>
            <a:pPr/>
            <a:r>
              <a:t>EUR 9 per drop in the ring, 5 to 12 km</a:t>
            </a:r>
          </a:p>
          <a:p>
            <a:pPr/>
            <a:r>
              <a:t>EUR 14 per drop between towns</a:t>
            </a:r>
          </a:p>
          <a:p>
            <a:pPr/>
            <a:r>
              <a:t>3 to 4 drops an hour is normal: EUR 18 to EUR 24 an hour</a:t>
            </a:r>
          </a:p>
          <a:p>
            <a:pPr/>
            <a:r>
              <a:t>Paid weekly by bank transfer, no waiting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Keep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100 percent of the delivery fee</a:t>
            </a:r>
          </a:p>
          <a:p>
            <a:pPr/>
            <a:r>
              <a:t>No commission taken from you, ever</a:t>
            </a:r>
          </a:p>
          <a:p>
            <a:pPr/>
            <a:r>
              <a:t>No rental charge if you use your own vehicle</a:t>
            </a:r>
          </a:p>
          <a:p>
            <a:pPr/>
            <a:r>
              <a:t>Fuel or charging is your own cost, the fee is set to cover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car, van, or e-bike that is roadworthy</a:t>
            </a:r>
          </a:p>
          <a:p>
            <a:pPr/>
            <a:r>
              <a:t>Valid insurance covering delivery work</a:t>
            </a:r>
          </a:p>
          <a:p>
            <a:pPr/>
            <a:r>
              <a:t>Full driving licence for motor vehicles</a:t>
            </a:r>
          </a:p>
          <a:p>
            <a:pPr/>
            <a:r>
              <a:t>Tax, NCT, and proof of address</a:t>
            </a:r>
          </a:p>
          <a:p>
            <a:pPr/>
            <a:r>
              <a:t>One KYC check covers everything, done once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Kingdom Electric Fleet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vehicle? Rent one from us and start the same week</a:t>
            </a:r>
          </a:p>
          <a:p>
            <a:pPr/>
            <a:r>
              <a:t>E-cargo bike: EUR 15 a day, no licence or insurance needed</a:t>
            </a:r>
          </a:p>
          <a:p>
            <a:pPr/>
            <a:r>
              <a:t>BYD ETP3 electric van: EUR 13 a day equivalent, 1,000 kg payload, 280 km range</a:t>
            </a:r>
          </a:p>
          <a:p>
            <a:pPr/>
            <a:r>
              <a:t>Insurance and servicing included in the rental</a:t>
            </a:r>
          </a:p>
          <a:p>
            <a:pPr/>
            <a:r>
              <a:t>Charge at our Tralee depot, low cost per km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 Or Drive Your 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Own vehicle: EUR 0 cost to you, highest take-home</a:t>
            </a:r>
          </a:p>
          <a:p>
            <a:pPr/>
            <a:r>
              <a:t>Rent e-bike: EUR 15 a day, roughly 4 drops covers it</a:t>
            </a:r>
          </a:p>
          <a:p>
            <a:pPr/>
            <a:r>
              <a:t>Rent electric van: best for between-town runs at EUR 14 per drop</a:t>
            </a:r>
          </a:p>
          <a:p>
            <a:pPr/>
            <a:r>
              <a:t>Switch between the three any week, no lock-in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60 town drops at EUR 6: EUR 360</a:t>
            </a:r>
          </a:p>
          <a:p>
            <a:pPr/>
            <a:r>
              <a:t>20 ring drops at EUR 9: EUR 180</a:t>
            </a:r>
          </a:p>
          <a:p>
            <a:pPr/>
            <a:r>
              <a:t>10 between-town drops at EUR 14: EUR 140</a:t>
            </a:r>
          </a:p>
          <a:p>
            <a:pPr/>
            <a:r>
              <a:t>Gross for the week: EUR 680</a:t>
            </a:r>
          </a:p>
          <a:p>
            <a:pPr/>
            <a:r>
              <a:t>On your own car, you keep all of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Drive With Kingdom Organics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Real distance-based pay, not a flat rate that ignores fuel</a:t>
            </a:r>
          </a:p>
          <a:p>
            <a:pPr/>
            <a:r>
              <a:t>Local routes, you are home every evening</a:t>
            </a:r>
          </a:p>
          <a:p>
            <a:pPr/>
            <a:r>
              <a:t>No commission cut like the big platforms</a:t>
            </a:r>
          </a:p>
          <a:p>
            <a:pPr/>
            <a:r>
              <a:t>Rental vehicles available if you have none</a:t>
            </a:r>
          </a:p>
          <a:p>
            <a:pPr/>
            <a:r>
              <a:t>Work grows as more stores join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Apply at hello@kingdomorganics.ie</a:t>
            </a:r>
          </a:p>
          <a:p>
            <a:pPr/>
            <a:r>
              <a:t>Bring licence, insurance, and vehicle details</a:t>
            </a:r>
          </a:p>
          <a:p>
            <a:pPr/>
            <a:r>
              <a:t>KYC takes about 2 days, then you can take your first drop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