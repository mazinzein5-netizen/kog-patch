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Kingdom Organics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Extra Courier Coverage For Your Kitchen</a:t>
            </a:r>
          </a:p>
          <a:p>
            <a:pPr/>
            <a:r>
              <a:t>Tralee and Killarney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Peak Hour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Friday 7pm to 9pm you turn away orders or make customers wait</a:t>
            </a:r>
          </a:p>
          <a:p>
            <a:pPr/>
            <a:r>
              <a:t>Own driver: about EUR 15 an hour, plus fuel, insurance, wear, and rosters</a:t>
            </a:r>
          </a:p>
          <a:p>
            <a:pPr/>
            <a:r>
              <a:t>Aggregators: 14 to 30 percent of every order gone, plus listing and ad fees</a:t>
            </a:r>
          </a:p>
          <a:p>
            <a:pPr/>
            <a:r>
              <a:t>A EUR 30 order on a 25 percent platform costs you EUR 7.50 in commission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Kingdom Organics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Flat EUR 6 per drop in town, EUR 9 ring, EUR 14 between towns</a:t>
            </a:r>
          </a:p>
          <a:p>
            <a:pPr/>
            <a:r>
              <a:t>No commission on your food sales, ever</a:t>
            </a:r>
          </a:p>
          <a:p>
            <a:pPr/>
            <a:r>
              <a:t>Pay only for drops you actually send</a:t>
            </a:r>
          </a:p>
          <a:p>
            <a:pPr/>
            <a:r>
              <a:t>Book a courier for a peak window, cancel if the rush does not come</a:t>
            </a:r>
          </a:p>
          <a:p>
            <a:pPr/>
            <a:r>
              <a:t>Same courier fleet already running grocery routes in your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The Maths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 peak deliveries a week at EUR 6 in town: EUR 120 a week</a:t>
            </a:r>
          </a:p>
          <a:p>
            <a:pPr/>
            <a:r>
              <a:t>Same 20 orders at EUR 30 average on a 25 percent platform: EUR 150 commission</a:t>
            </a:r>
          </a:p>
          <a:p>
            <a:pPr/>
            <a:r>
              <a:t>Weekly saving: EUR 30. Annual saving: EUR 1,560</a:t>
            </a:r>
          </a:p>
          <a:p>
            <a:pPr/>
            <a:r>
              <a:t>Plus you keep the customer relationship and the repeat order</a:t>
            </a:r>
          </a:p>
          <a:p>
            <a:pPr/>
            <a:r>
              <a:t>Contact: hello@kingdomorganics.ie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